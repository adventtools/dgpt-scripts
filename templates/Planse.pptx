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3"/>
  </p:notesMasterIdLst>
  <p:sldIdLst>
    <p:sldId id="321" r:id="rId2"/>
  </p:sldIdLst>
  <p:sldSz cx="10691813" cy="7559675"/>
  <p:notesSz cx="7559675" cy="10691813"/>
  <p:embeddedFontLst>
    <p:embeddedFont>
      <p:font typeface="Impact" panose="020B0806030902050204" pitchFamily="34" charset="0"/>
      <p:regular r:id="rId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381">
          <p15:clr>
            <a:srgbClr val="747775"/>
          </p15:clr>
        </p15:guide>
        <p15:guide id="2" pos="3368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32A3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6723"/>
    <p:restoredTop sz="94658"/>
  </p:normalViewPr>
  <p:slideViewPr>
    <p:cSldViewPr snapToGrid="0">
      <p:cViewPr varScale="1">
        <p:scale>
          <a:sx n="109" d="100"/>
          <a:sy n="109" d="100"/>
        </p:scale>
        <p:origin x="1176" y="184"/>
      </p:cViewPr>
      <p:guideLst>
        <p:guide orient="horz" pos="2381"/>
        <p:guide pos="336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font" Target="fonts/font1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004515" y="685800"/>
            <a:ext cx="48495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>
          <a:extLst>
            <a:ext uri="{FF2B5EF4-FFF2-40B4-BE49-F238E27FC236}">
              <a16:creationId xmlns:a16="http://schemas.microsoft.com/office/drawing/2014/main" id="{BC145CAD-CBE5-A96D-185A-32A33FEFCD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299c5d0db1b_0_0:notes">
            <a:extLst>
              <a:ext uri="{FF2B5EF4-FFF2-40B4-BE49-F238E27FC236}">
                <a16:creationId xmlns:a16="http://schemas.microsoft.com/office/drawing/2014/main" id="{444168E4-251C-9D1E-09A2-6918AE2E543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004888" y="685800"/>
            <a:ext cx="48498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299c5d0db1b_0_0:notes">
            <a:extLst>
              <a:ext uri="{FF2B5EF4-FFF2-40B4-BE49-F238E27FC236}">
                <a16:creationId xmlns:a16="http://schemas.microsoft.com/office/drawing/2014/main" id="{6AEBA3E5-CD97-2D8B-A4A4-C3E2AC35B14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280978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64478" y="1094388"/>
            <a:ext cx="9963000" cy="3016800"/>
          </a:xfrm>
          <a:prstGeom prst="rect">
            <a:avLst/>
          </a:prstGeom>
        </p:spPr>
        <p:txBody>
          <a:bodyPr spcFirstLastPara="1" wrap="square" lIns="116050" tIns="116050" rIns="116050" bIns="116050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600"/>
              <a:buNone/>
              <a:defRPr sz="6600"/>
            </a:lvl1pPr>
            <a:lvl2pPr lvl="1" algn="ctr">
              <a:spcBef>
                <a:spcPts val="0"/>
              </a:spcBef>
              <a:spcAft>
                <a:spcPts val="0"/>
              </a:spcAft>
              <a:buSzPts val="6600"/>
              <a:buNone/>
              <a:defRPr sz="6600"/>
            </a:lvl2pPr>
            <a:lvl3pPr lvl="2" algn="ctr">
              <a:spcBef>
                <a:spcPts val="0"/>
              </a:spcBef>
              <a:spcAft>
                <a:spcPts val="0"/>
              </a:spcAft>
              <a:buSzPts val="6600"/>
              <a:buNone/>
              <a:defRPr sz="6600"/>
            </a:lvl3pPr>
            <a:lvl4pPr lvl="3" algn="ctr">
              <a:spcBef>
                <a:spcPts val="0"/>
              </a:spcBef>
              <a:spcAft>
                <a:spcPts val="0"/>
              </a:spcAft>
              <a:buSzPts val="6600"/>
              <a:buNone/>
              <a:defRPr sz="6600"/>
            </a:lvl4pPr>
            <a:lvl5pPr lvl="4" algn="ctr">
              <a:spcBef>
                <a:spcPts val="0"/>
              </a:spcBef>
              <a:spcAft>
                <a:spcPts val="0"/>
              </a:spcAft>
              <a:buSzPts val="6600"/>
              <a:buNone/>
              <a:defRPr sz="6600"/>
            </a:lvl5pPr>
            <a:lvl6pPr lvl="5" algn="ctr">
              <a:spcBef>
                <a:spcPts val="0"/>
              </a:spcBef>
              <a:spcAft>
                <a:spcPts val="0"/>
              </a:spcAft>
              <a:buSzPts val="6600"/>
              <a:buNone/>
              <a:defRPr sz="6600"/>
            </a:lvl6pPr>
            <a:lvl7pPr lvl="6" algn="ctr">
              <a:spcBef>
                <a:spcPts val="0"/>
              </a:spcBef>
              <a:spcAft>
                <a:spcPts val="0"/>
              </a:spcAft>
              <a:buSzPts val="6600"/>
              <a:buNone/>
              <a:defRPr sz="6600"/>
            </a:lvl7pPr>
            <a:lvl8pPr lvl="7" algn="ctr">
              <a:spcBef>
                <a:spcPts val="0"/>
              </a:spcBef>
              <a:spcAft>
                <a:spcPts val="0"/>
              </a:spcAft>
              <a:buSzPts val="6600"/>
              <a:buNone/>
              <a:defRPr sz="6600"/>
            </a:lvl8pPr>
            <a:lvl9pPr lvl="8" algn="ctr">
              <a:spcBef>
                <a:spcPts val="0"/>
              </a:spcBef>
              <a:spcAft>
                <a:spcPts val="0"/>
              </a:spcAft>
              <a:buSzPts val="6600"/>
              <a:buNone/>
              <a:defRPr sz="66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64468" y="4165643"/>
            <a:ext cx="9963000" cy="1164900"/>
          </a:xfrm>
          <a:prstGeom prst="rect">
            <a:avLst/>
          </a:prstGeom>
        </p:spPr>
        <p:txBody>
          <a:bodyPr spcFirstLastPara="1" wrap="square" lIns="116050" tIns="116050" rIns="116050" bIns="116050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9906772" y="6854072"/>
            <a:ext cx="641700" cy="578400"/>
          </a:xfrm>
          <a:prstGeom prst="rect">
            <a:avLst/>
          </a:prstGeom>
        </p:spPr>
        <p:txBody>
          <a:bodyPr spcFirstLastPara="1" wrap="square" lIns="116050" tIns="116050" rIns="116050" bIns="11605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64468" y="654105"/>
            <a:ext cx="9963000" cy="841800"/>
          </a:xfrm>
          <a:prstGeom prst="rect">
            <a:avLst/>
          </a:prstGeom>
        </p:spPr>
        <p:txBody>
          <a:bodyPr spcFirstLastPara="1" wrap="square" lIns="116050" tIns="116050" rIns="116050" bIns="11605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64468" y="1693927"/>
            <a:ext cx="9963000" cy="5021400"/>
          </a:xfrm>
          <a:prstGeom prst="rect">
            <a:avLst/>
          </a:prstGeom>
        </p:spPr>
        <p:txBody>
          <a:bodyPr spcFirstLastPara="1" wrap="square" lIns="116050" tIns="116050" rIns="116050" bIns="116050" anchor="t" anchorCtr="0">
            <a:normAutofit/>
          </a:bodyPr>
          <a:lstStyle>
            <a:lvl1pPr marL="457200" lvl="0" indent="-374650">
              <a:spcBef>
                <a:spcPts val="0"/>
              </a:spcBef>
              <a:spcAft>
                <a:spcPts val="0"/>
              </a:spcAft>
              <a:buSzPts val="2300"/>
              <a:buChar char="●"/>
              <a:defRPr/>
            </a:lvl1pPr>
            <a:lvl2pPr marL="914400" lvl="1" indent="-3429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marL="1371600" lvl="2" indent="-3429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marL="1828800" lvl="3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marL="2286000" lvl="4" indent="-3429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marL="2743200" lvl="5" indent="-3429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marL="3200400" lvl="6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marL="3657600" lvl="7" indent="-3429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marL="4114800" lvl="8" indent="-3429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9906772" y="6854072"/>
            <a:ext cx="641700" cy="578400"/>
          </a:xfrm>
          <a:prstGeom prst="rect">
            <a:avLst/>
          </a:prstGeom>
        </p:spPr>
        <p:txBody>
          <a:bodyPr spcFirstLastPara="1" wrap="square" lIns="116050" tIns="116050" rIns="116050" bIns="11605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64468" y="654105"/>
            <a:ext cx="9963000" cy="841800"/>
          </a:xfrm>
          <a:prstGeom prst="rect">
            <a:avLst/>
          </a:prstGeom>
        </p:spPr>
        <p:txBody>
          <a:bodyPr spcFirstLastPara="1" wrap="square" lIns="116050" tIns="116050" rIns="116050" bIns="11605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64468" y="1693927"/>
            <a:ext cx="4677000" cy="5021400"/>
          </a:xfrm>
          <a:prstGeom prst="rect">
            <a:avLst/>
          </a:prstGeom>
        </p:spPr>
        <p:txBody>
          <a:bodyPr spcFirstLastPara="1" wrap="square" lIns="116050" tIns="116050" rIns="116050" bIns="116050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1pPr>
            <a:lvl2pPr marL="914400" lvl="1" indent="-323850">
              <a:spcBef>
                <a:spcPts val="0"/>
              </a:spcBef>
              <a:spcAft>
                <a:spcPts val="0"/>
              </a:spcAft>
              <a:buSzPts val="1500"/>
              <a:buChar char="○"/>
              <a:defRPr sz="1500"/>
            </a:lvl2pPr>
            <a:lvl3pPr marL="1371600" lvl="2" indent="-323850">
              <a:spcBef>
                <a:spcPts val="0"/>
              </a:spcBef>
              <a:spcAft>
                <a:spcPts val="0"/>
              </a:spcAft>
              <a:buSzPts val="1500"/>
              <a:buChar char="■"/>
              <a:defRPr sz="1500"/>
            </a:lvl3pPr>
            <a:lvl4pPr marL="1828800" lvl="3" indent="-323850">
              <a:spcBef>
                <a:spcPts val="0"/>
              </a:spcBef>
              <a:spcAft>
                <a:spcPts val="0"/>
              </a:spcAft>
              <a:buSzPts val="1500"/>
              <a:buChar char="●"/>
              <a:defRPr sz="1500"/>
            </a:lvl4pPr>
            <a:lvl5pPr marL="2286000" lvl="4" indent="-323850">
              <a:spcBef>
                <a:spcPts val="0"/>
              </a:spcBef>
              <a:spcAft>
                <a:spcPts val="0"/>
              </a:spcAft>
              <a:buSzPts val="1500"/>
              <a:buChar char="○"/>
              <a:defRPr sz="1500"/>
            </a:lvl5pPr>
            <a:lvl6pPr marL="2743200" lvl="5" indent="-323850">
              <a:spcBef>
                <a:spcPts val="0"/>
              </a:spcBef>
              <a:spcAft>
                <a:spcPts val="0"/>
              </a:spcAft>
              <a:buSzPts val="1500"/>
              <a:buChar char="■"/>
              <a:defRPr sz="1500"/>
            </a:lvl6pPr>
            <a:lvl7pPr marL="3200400" lvl="6" indent="-323850">
              <a:spcBef>
                <a:spcPts val="0"/>
              </a:spcBef>
              <a:spcAft>
                <a:spcPts val="0"/>
              </a:spcAft>
              <a:buSzPts val="1500"/>
              <a:buChar char="●"/>
              <a:defRPr sz="1500"/>
            </a:lvl7pPr>
            <a:lvl8pPr marL="3657600" lvl="7" indent="-323850">
              <a:spcBef>
                <a:spcPts val="0"/>
              </a:spcBef>
              <a:spcAft>
                <a:spcPts val="0"/>
              </a:spcAft>
              <a:buSzPts val="1500"/>
              <a:buChar char="○"/>
              <a:defRPr sz="1500"/>
            </a:lvl8pPr>
            <a:lvl9pPr marL="4114800" lvl="8" indent="-323850">
              <a:spcBef>
                <a:spcPts val="0"/>
              </a:spcBef>
              <a:spcAft>
                <a:spcPts val="0"/>
              </a:spcAft>
              <a:buSzPts val="1500"/>
              <a:buChar char="■"/>
              <a:defRPr sz="15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5650483" y="1693927"/>
            <a:ext cx="4677000" cy="5021400"/>
          </a:xfrm>
          <a:prstGeom prst="rect">
            <a:avLst/>
          </a:prstGeom>
        </p:spPr>
        <p:txBody>
          <a:bodyPr spcFirstLastPara="1" wrap="square" lIns="116050" tIns="116050" rIns="116050" bIns="116050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1pPr>
            <a:lvl2pPr marL="914400" lvl="1" indent="-323850">
              <a:spcBef>
                <a:spcPts val="0"/>
              </a:spcBef>
              <a:spcAft>
                <a:spcPts val="0"/>
              </a:spcAft>
              <a:buSzPts val="1500"/>
              <a:buChar char="○"/>
              <a:defRPr sz="1500"/>
            </a:lvl2pPr>
            <a:lvl3pPr marL="1371600" lvl="2" indent="-323850">
              <a:spcBef>
                <a:spcPts val="0"/>
              </a:spcBef>
              <a:spcAft>
                <a:spcPts val="0"/>
              </a:spcAft>
              <a:buSzPts val="1500"/>
              <a:buChar char="■"/>
              <a:defRPr sz="1500"/>
            </a:lvl3pPr>
            <a:lvl4pPr marL="1828800" lvl="3" indent="-323850">
              <a:spcBef>
                <a:spcPts val="0"/>
              </a:spcBef>
              <a:spcAft>
                <a:spcPts val="0"/>
              </a:spcAft>
              <a:buSzPts val="1500"/>
              <a:buChar char="●"/>
              <a:defRPr sz="1500"/>
            </a:lvl4pPr>
            <a:lvl5pPr marL="2286000" lvl="4" indent="-323850">
              <a:spcBef>
                <a:spcPts val="0"/>
              </a:spcBef>
              <a:spcAft>
                <a:spcPts val="0"/>
              </a:spcAft>
              <a:buSzPts val="1500"/>
              <a:buChar char="○"/>
              <a:defRPr sz="1500"/>
            </a:lvl5pPr>
            <a:lvl6pPr marL="2743200" lvl="5" indent="-323850">
              <a:spcBef>
                <a:spcPts val="0"/>
              </a:spcBef>
              <a:spcAft>
                <a:spcPts val="0"/>
              </a:spcAft>
              <a:buSzPts val="1500"/>
              <a:buChar char="■"/>
              <a:defRPr sz="1500"/>
            </a:lvl6pPr>
            <a:lvl7pPr marL="3200400" lvl="6" indent="-323850">
              <a:spcBef>
                <a:spcPts val="0"/>
              </a:spcBef>
              <a:spcAft>
                <a:spcPts val="0"/>
              </a:spcAft>
              <a:buSzPts val="1500"/>
              <a:buChar char="●"/>
              <a:defRPr sz="1500"/>
            </a:lvl7pPr>
            <a:lvl8pPr marL="3657600" lvl="7" indent="-323850">
              <a:spcBef>
                <a:spcPts val="0"/>
              </a:spcBef>
              <a:spcAft>
                <a:spcPts val="0"/>
              </a:spcAft>
              <a:buSzPts val="1500"/>
              <a:buChar char="○"/>
              <a:defRPr sz="1500"/>
            </a:lvl8pPr>
            <a:lvl9pPr marL="4114800" lvl="8" indent="-323850">
              <a:spcBef>
                <a:spcPts val="0"/>
              </a:spcBef>
              <a:spcAft>
                <a:spcPts val="0"/>
              </a:spcAft>
              <a:buSzPts val="1500"/>
              <a:buChar char="■"/>
              <a:defRPr sz="15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9906772" y="6854072"/>
            <a:ext cx="641700" cy="578400"/>
          </a:xfrm>
          <a:prstGeom prst="rect">
            <a:avLst/>
          </a:prstGeom>
        </p:spPr>
        <p:txBody>
          <a:bodyPr spcFirstLastPara="1" wrap="square" lIns="116050" tIns="116050" rIns="116050" bIns="11605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64468" y="654105"/>
            <a:ext cx="9963000" cy="841800"/>
          </a:xfrm>
          <a:prstGeom prst="rect">
            <a:avLst/>
          </a:prstGeom>
        </p:spPr>
        <p:txBody>
          <a:bodyPr spcFirstLastPara="1" wrap="square" lIns="116050" tIns="116050" rIns="116050" bIns="11605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9906772" y="6854072"/>
            <a:ext cx="641700" cy="578400"/>
          </a:xfrm>
          <a:prstGeom prst="rect">
            <a:avLst/>
          </a:prstGeom>
        </p:spPr>
        <p:txBody>
          <a:bodyPr spcFirstLastPara="1" wrap="square" lIns="116050" tIns="116050" rIns="116050" bIns="11605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64468" y="816630"/>
            <a:ext cx="3283500" cy="1110600"/>
          </a:xfrm>
          <a:prstGeom prst="rect">
            <a:avLst/>
          </a:prstGeom>
        </p:spPr>
        <p:txBody>
          <a:bodyPr spcFirstLastPara="1" wrap="square" lIns="116050" tIns="116050" rIns="116050" bIns="116050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64468" y="2042457"/>
            <a:ext cx="3283500" cy="4673100"/>
          </a:xfrm>
          <a:prstGeom prst="rect">
            <a:avLst/>
          </a:prstGeom>
        </p:spPr>
        <p:txBody>
          <a:bodyPr spcFirstLastPara="1" wrap="square" lIns="116050" tIns="116050" rIns="116050" bIns="116050" anchor="t" anchorCtr="0">
            <a:normAutofit/>
          </a:bodyPr>
          <a:lstStyle>
            <a:lvl1pPr marL="457200" lvl="0" indent="-323850">
              <a:spcBef>
                <a:spcPts val="0"/>
              </a:spcBef>
              <a:spcAft>
                <a:spcPts val="0"/>
              </a:spcAft>
              <a:buSzPts val="1500"/>
              <a:buChar char="●"/>
              <a:defRPr sz="1500"/>
            </a:lvl1pPr>
            <a:lvl2pPr marL="914400" lvl="1" indent="-323850">
              <a:spcBef>
                <a:spcPts val="0"/>
              </a:spcBef>
              <a:spcAft>
                <a:spcPts val="0"/>
              </a:spcAft>
              <a:buSzPts val="1500"/>
              <a:buChar char="○"/>
              <a:defRPr sz="1500"/>
            </a:lvl2pPr>
            <a:lvl3pPr marL="1371600" lvl="2" indent="-323850">
              <a:spcBef>
                <a:spcPts val="0"/>
              </a:spcBef>
              <a:spcAft>
                <a:spcPts val="0"/>
              </a:spcAft>
              <a:buSzPts val="1500"/>
              <a:buChar char="■"/>
              <a:defRPr sz="1500"/>
            </a:lvl3pPr>
            <a:lvl4pPr marL="1828800" lvl="3" indent="-323850">
              <a:spcBef>
                <a:spcPts val="0"/>
              </a:spcBef>
              <a:spcAft>
                <a:spcPts val="0"/>
              </a:spcAft>
              <a:buSzPts val="1500"/>
              <a:buChar char="●"/>
              <a:defRPr sz="1500"/>
            </a:lvl4pPr>
            <a:lvl5pPr marL="2286000" lvl="4" indent="-323850">
              <a:spcBef>
                <a:spcPts val="0"/>
              </a:spcBef>
              <a:spcAft>
                <a:spcPts val="0"/>
              </a:spcAft>
              <a:buSzPts val="1500"/>
              <a:buChar char="○"/>
              <a:defRPr sz="1500"/>
            </a:lvl5pPr>
            <a:lvl6pPr marL="2743200" lvl="5" indent="-323850">
              <a:spcBef>
                <a:spcPts val="0"/>
              </a:spcBef>
              <a:spcAft>
                <a:spcPts val="0"/>
              </a:spcAft>
              <a:buSzPts val="1500"/>
              <a:buChar char="■"/>
              <a:defRPr sz="1500"/>
            </a:lvl6pPr>
            <a:lvl7pPr marL="3200400" lvl="6" indent="-323850">
              <a:spcBef>
                <a:spcPts val="0"/>
              </a:spcBef>
              <a:spcAft>
                <a:spcPts val="0"/>
              </a:spcAft>
              <a:buSzPts val="1500"/>
              <a:buChar char="●"/>
              <a:defRPr sz="1500"/>
            </a:lvl7pPr>
            <a:lvl8pPr marL="3657600" lvl="7" indent="-323850">
              <a:spcBef>
                <a:spcPts val="0"/>
              </a:spcBef>
              <a:spcAft>
                <a:spcPts val="0"/>
              </a:spcAft>
              <a:buSzPts val="1500"/>
              <a:buChar char="○"/>
              <a:defRPr sz="1500"/>
            </a:lvl8pPr>
            <a:lvl9pPr marL="4114800" lvl="8" indent="-323850">
              <a:spcBef>
                <a:spcPts val="0"/>
              </a:spcBef>
              <a:spcAft>
                <a:spcPts val="0"/>
              </a:spcAft>
              <a:buSzPts val="1500"/>
              <a:buChar char="■"/>
              <a:defRPr sz="15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9906772" y="6854072"/>
            <a:ext cx="641700" cy="578400"/>
          </a:xfrm>
          <a:prstGeom prst="rect">
            <a:avLst/>
          </a:prstGeom>
        </p:spPr>
        <p:txBody>
          <a:bodyPr spcFirstLastPara="1" wrap="square" lIns="116050" tIns="116050" rIns="116050" bIns="11605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573245" y="661638"/>
            <a:ext cx="7445700" cy="6012600"/>
          </a:xfrm>
          <a:prstGeom prst="rect">
            <a:avLst/>
          </a:prstGeom>
        </p:spPr>
        <p:txBody>
          <a:bodyPr spcFirstLastPara="1" wrap="square" lIns="116050" tIns="116050" rIns="116050" bIns="116050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100"/>
              <a:buNone/>
              <a:defRPr sz="6100"/>
            </a:lvl1pPr>
            <a:lvl2pPr lvl="1">
              <a:spcBef>
                <a:spcPts val="0"/>
              </a:spcBef>
              <a:spcAft>
                <a:spcPts val="0"/>
              </a:spcAft>
              <a:buSzPts val="6100"/>
              <a:buNone/>
              <a:defRPr sz="6100"/>
            </a:lvl2pPr>
            <a:lvl3pPr lvl="2">
              <a:spcBef>
                <a:spcPts val="0"/>
              </a:spcBef>
              <a:spcAft>
                <a:spcPts val="0"/>
              </a:spcAft>
              <a:buSzPts val="6100"/>
              <a:buNone/>
              <a:defRPr sz="6100"/>
            </a:lvl3pPr>
            <a:lvl4pPr lvl="3">
              <a:spcBef>
                <a:spcPts val="0"/>
              </a:spcBef>
              <a:spcAft>
                <a:spcPts val="0"/>
              </a:spcAft>
              <a:buSzPts val="6100"/>
              <a:buNone/>
              <a:defRPr sz="6100"/>
            </a:lvl4pPr>
            <a:lvl5pPr lvl="4">
              <a:spcBef>
                <a:spcPts val="0"/>
              </a:spcBef>
              <a:spcAft>
                <a:spcPts val="0"/>
              </a:spcAft>
              <a:buSzPts val="6100"/>
              <a:buNone/>
              <a:defRPr sz="6100"/>
            </a:lvl5pPr>
            <a:lvl6pPr lvl="5">
              <a:spcBef>
                <a:spcPts val="0"/>
              </a:spcBef>
              <a:spcAft>
                <a:spcPts val="0"/>
              </a:spcAft>
              <a:buSzPts val="6100"/>
              <a:buNone/>
              <a:defRPr sz="6100"/>
            </a:lvl6pPr>
            <a:lvl7pPr lvl="6">
              <a:spcBef>
                <a:spcPts val="0"/>
              </a:spcBef>
              <a:spcAft>
                <a:spcPts val="0"/>
              </a:spcAft>
              <a:buSzPts val="6100"/>
              <a:buNone/>
              <a:defRPr sz="6100"/>
            </a:lvl7pPr>
            <a:lvl8pPr lvl="7">
              <a:spcBef>
                <a:spcPts val="0"/>
              </a:spcBef>
              <a:spcAft>
                <a:spcPts val="0"/>
              </a:spcAft>
              <a:buSzPts val="6100"/>
              <a:buNone/>
              <a:defRPr sz="6100"/>
            </a:lvl8pPr>
            <a:lvl9pPr lvl="8">
              <a:spcBef>
                <a:spcPts val="0"/>
              </a:spcBef>
              <a:spcAft>
                <a:spcPts val="0"/>
              </a:spcAft>
              <a:buSzPts val="6100"/>
              <a:buNone/>
              <a:defRPr sz="61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9906772" y="6854072"/>
            <a:ext cx="641700" cy="578400"/>
          </a:xfrm>
          <a:prstGeom prst="rect">
            <a:avLst/>
          </a:prstGeom>
        </p:spPr>
        <p:txBody>
          <a:bodyPr spcFirstLastPara="1" wrap="square" lIns="116050" tIns="116050" rIns="116050" bIns="11605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5346000" y="-184"/>
            <a:ext cx="5346000" cy="7560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16050" tIns="116050" rIns="116050" bIns="1160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310447" y="1812541"/>
            <a:ext cx="4730100" cy="2178600"/>
          </a:xfrm>
          <a:prstGeom prst="rect">
            <a:avLst/>
          </a:prstGeom>
        </p:spPr>
        <p:txBody>
          <a:bodyPr spcFirstLastPara="1" wrap="square" lIns="116050" tIns="116050" rIns="116050" bIns="116050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1pPr>
            <a:lvl2pPr lvl="1" algn="ctr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2pPr>
            <a:lvl3pPr lvl="2" algn="ctr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3pPr>
            <a:lvl4pPr lvl="3" algn="ctr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4pPr>
            <a:lvl5pPr lvl="4" algn="ctr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5pPr>
            <a:lvl6pPr lvl="5" algn="ctr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6pPr>
            <a:lvl7pPr lvl="6" algn="ctr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7pPr>
            <a:lvl8pPr lvl="7" algn="ctr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8pPr>
            <a:lvl9pPr lvl="8" algn="ctr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310447" y="4120005"/>
            <a:ext cx="4730100" cy="1815300"/>
          </a:xfrm>
          <a:prstGeom prst="rect">
            <a:avLst/>
          </a:prstGeom>
        </p:spPr>
        <p:txBody>
          <a:bodyPr spcFirstLastPara="1" wrap="square" lIns="116050" tIns="116050" rIns="116050" bIns="116050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5775715" y="1064257"/>
            <a:ext cx="4486500" cy="5431200"/>
          </a:xfrm>
          <a:prstGeom prst="rect">
            <a:avLst/>
          </a:prstGeom>
        </p:spPr>
        <p:txBody>
          <a:bodyPr spcFirstLastPara="1" wrap="square" lIns="116050" tIns="116050" rIns="116050" bIns="116050" anchor="ctr" anchorCtr="0">
            <a:normAutofit/>
          </a:bodyPr>
          <a:lstStyle>
            <a:lvl1pPr marL="457200" lvl="0" indent="-374650">
              <a:spcBef>
                <a:spcPts val="0"/>
              </a:spcBef>
              <a:spcAft>
                <a:spcPts val="0"/>
              </a:spcAft>
              <a:buSzPts val="2300"/>
              <a:buChar char="●"/>
              <a:defRPr/>
            </a:lvl1pPr>
            <a:lvl2pPr marL="914400" lvl="1" indent="-3429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marL="1371600" lvl="2" indent="-3429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marL="1828800" lvl="3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marL="2286000" lvl="4" indent="-3429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marL="2743200" lvl="5" indent="-3429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marL="3200400" lvl="6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marL="3657600" lvl="7" indent="-3429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marL="4114800" lvl="8" indent="-3429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9906772" y="6854072"/>
            <a:ext cx="641700" cy="578400"/>
          </a:xfrm>
          <a:prstGeom prst="rect">
            <a:avLst/>
          </a:prstGeom>
        </p:spPr>
        <p:txBody>
          <a:bodyPr spcFirstLastPara="1" wrap="square" lIns="116050" tIns="116050" rIns="116050" bIns="11605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64468" y="6218168"/>
            <a:ext cx="7014300" cy="889500"/>
          </a:xfrm>
          <a:prstGeom prst="rect">
            <a:avLst/>
          </a:prstGeom>
        </p:spPr>
        <p:txBody>
          <a:bodyPr spcFirstLastPara="1" wrap="square" lIns="116050" tIns="116050" rIns="116050" bIns="116050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9906772" y="6854072"/>
            <a:ext cx="641700" cy="578400"/>
          </a:xfrm>
          <a:prstGeom prst="rect">
            <a:avLst/>
          </a:prstGeom>
        </p:spPr>
        <p:txBody>
          <a:bodyPr spcFirstLastPara="1" wrap="square" lIns="116050" tIns="116050" rIns="116050" bIns="11605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64468" y="1625801"/>
            <a:ext cx="9963000" cy="2886000"/>
          </a:xfrm>
          <a:prstGeom prst="rect">
            <a:avLst/>
          </a:prstGeom>
        </p:spPr>
        <p:txBody>
          <a:bodyPr spcFirstLastPara="1" wrap="square" lIns="116050" tIns="116050" rIns="116050" bIns="116050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5200"/>
              <a:buNone/>
              <a:defRPr sz="1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15200"/>
              <a:buNone/>
              <a:defRPr sz="1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15200"/>
              <a:buNone/>
              <a:defRPr sz="1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15200"/>
              <a:buNone/>
              <a:defRPr sz="1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15200"/>
              <a:buNone/>
              <a:defRPr sz="1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15200"/>
              <a:buNone/>
              <a:defRPr sz="1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15200"/>
              <a:buNone/>
              <a:defRPr sz="1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15200"/>
              <a:buNone/>
              <a:defRPr sz="1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15200"/>
              <a:buNone/>
              <a:defRPr sz="152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64468" y="4633192"/>
            <a:ext cx="9963000" cy="1911900"/>
          </a:xfrm>
          <a:prstGeom prst="rect">
            <a:avLst/>
          </a:prstGeom>
        </p:spPr>
        <p:txBody>
          <a:bodyPr spcFirstLastPara="1" wrap="square" lIns="116050" tIns="116050" rIns="116050" bIns="116050" anchor="t" anchorCtr="0">
            <a:normAutofit/>
          </a:bodyPr>
          <a:lstStyle>
            <a:lvl1pPr marL="457200" lvl="0" indent="-374650" algn="ctr">
              <a:spcBef>
                <a:spcPts val="0"/>
              </a:spcBef>
              <a:spcAft>
                <a:spcPts val="0"/>
              </a:spcAft>
              <a:buSzPts val="2300"/>
              <a:buChar char="●"/>
              <a:defRPr/>
            </a:lvl1pPr>
            <a:lvl2pPr marL="914400" lvl="1" indent="-342900" algn="ctr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marL="1371600" lvl="2" indent="-342900" algn="ctr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marL="1828800" lvl="3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marL="2286000" lvl="4" indent="-342900" algn="ctr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marL="2743200" lvl="5" indent="-342900" algn="ctr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marL="3200400" lvl="6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marL="3657600" lvl="7" indent="-342900" algn="ctr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marL="4114800" lvl="8" indent="-342900" algn="ctr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9906772" y="6854072"/>
            <a:ext cx="641700" cy="578400"/>
          </a:xfrm>
          <a:prstGeom prst="rect">
            <a:avLst/>
          </a:prstGeom>
        </p:spPr>
        <p:txBody>
          <a:bodyPr spcFirstLastPara="1" wrap="square" lIns="116050" tIns="116050" rIns="116050" bIns="11605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9906772" y="6854072"/>
            <a:ext cx="641700" cy="578400"/>
          </a:xfrm>
          <a:prstGeom prst="rect">
            <a:avLst/>
          </a:prstGeom>
        </p:spPr>
        <p:txBody>
          <a:bodyPr spcFirstLastPara="1" wrap="square" lIns="116050" tIns="116050" rIns="116050" bIns="11605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jp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blipFill dpi="0" rotWithShape="1">
          <a:blip r:embed="rId12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64468" y="654105"/>
            <a:ext cx="99630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6050" tIns="116050" rIns="116050" bIns="11605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64468" y="1693927"/>
            <a:ext cx="9963000" cy="502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6050" tIns="116050" rIns="116050" bIns="116050" anchor="t" anchorCtr="0">
            <a:normAutofit/>
          </a:bodyPr>
          <a:lstStyle>
            <a:lvl1pPr marL="457200" lvl="0" indent="-3746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300"/>
              <a:buChar char="●"/>
              <a:defRPr sz="2300">
                <a:solidFill>
                  <a:schemeClr val="dk2"/>
                </a:solidFill>
              </a:defRPr>
            </a:lvl1pPr>
            <a:lvl2pPr marL="914400" lvl="1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  <a:defRPr sz="1800">
                <a:solidFill>
                  <a:schemeClr val="dk2"/>
                </a:solidFill>
              </a:defRPr>
            </a:lvl2pPr>
            <a:lvl3pPr marL="1371600" lvl="2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 sz="1800">
                <a:solidFill>
                  <a:schemeClr val="dk2"/>
                </a:solidFill>
              </a:defRPr>
            </a:lvl3pPr>
            <a:lvl4pPr marL="1828800" lvl="3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4pPr>
            <a:lvl5pPr marL="2286000" lvl="4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  <a:defRPr sz="1800">
                <a:solidFill>
                  <a:schemeClr val="dk2"/>
                </a:solidFill>
              </a:defRPr>
            </a:lvl5pPr>
            <a:lvl6pPr marL="2743200" lvl="5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 sz="1800">
                <a:solidFill>
                  <a:schemeClr val="dk2"/>
                </a:solidFill>
              </a:defRPr>
            </a:lvl6pPr>
            <a:lvl7pPr marL="3200400" lvl="6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7pPr>
            <a:lvl8pPr marL="3657600" lvl="7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  <a:defRPr sz="1800">
                <a:solidFill>
                  <a:schemeClr val="dk2"/>
                </a:solidFill>
              </a:defRPr>
            </a:lvl8pPr>
            <a:lvl9pPr marL="4114800" lvl="8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 sz="18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9906772" y="6854072"/>
            <a:ext cx="641700" cy="57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6050" tIns="116050" rIns="116050" bIns="116050" anchor="ctr" anchorCtr="0">
            <a:normAutofit/>
          </a:bodyPr>
          <a:lstStyle>
            <a:lvl1pPr lvl="0" algn="r">
              <a:buNone/>
              <a:defRPr sz="1300">
                <a:solidFill>
                  <a:schemeClr val="dk2"/>
                </a:solidFill>
              </a:defRPr>
            </a:lvl1pPr>
            <a:lvl2pPr lvl="1" algn="r">
              <a:buNone/>
              <a:defRPr sz="1300">
                <a:solidFill>
                  <a:schemeClr val="dk2"/>
                </a:solidFill>
              </a:defRPr>
            </a:lvl2pPr>
            <a:lvl3pPr lvl="2" algn="r">
              <a:buNone/>
              <a:defRPr sz="1300">
                <a:solidFill>
                  <a:schemeClr val="dk2"/>
                </a:solidFill>
              </a:defRPr>
            </a:lvl3pPr>
            <a:lvl4pPr lvl="3" algn="r">
              <a:buNone/>
              <a:defRPr sz="1300">
                <a:solidFill>
                  <a:schemeClr val="dk2"/>
                </a:solidFill>
              </a:defRPr>
            </a:lvl4pPr>
            <a:lvl5pPr lvl="4" algn="r">
              <a:buNone/>
              <a:defRPr sz="1300">
                <a:solidFill>
                  <a:schemeClr val="dk2"/>
                </a:solidFill>
              </a:defRPr>
            </a:lvl5pPr>
            <a:lvl6pPr lvl="5" algn="r">
              <a:buNone/>
              <a:defRPr sz="1300">
                <a:solidFill>
                  <a:schemeClr val="dk2"/>
                </a:solidFill>
              </a:defRPr>
            </a:lvl6pPr>
            <a:lvl7pPr lvl="6" algn="r">
              <a:buNone/>
              <a:defRPr sz="1300">
                <a:solidFill>
                  <a:schemeClr val="dk2"/>
                </a:solidFill>
              </a:defRPr>
            </a:lvl7pPr>
            <a:lvl8pPr lvl="7" algn="r">
              <a:buNone/>
              <a:defRPr sz="1300">
                <a:solidFill>
                  <a:schemeClr val="dk2"/>
                </a:solidFill>
              </a:defRPr>
            </a:lvl8pPr>
            <a:lvl9pPr lvl="8" algn="r">
              <a:buNone/>
              <a:defRPr sz="13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>
          <a:extLst>
            <a:ext uri="{FF2B5EF4-FFF2-40B4-BE49-F238E27FC236}">
              <a16:creationId xmlns:a16="http://schemas.microsoft.com/office/drawing/2014/main" id="{3284193B-7878-EBFB-4F2D-239C717F42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>
            <a:extLst>
              <a:ext uri="{FF2B5EF4-FFF2-40B4-BE49-F238E27FC236}">
                <a16:creationId xmlns:a16="http://schemas.microsoft.com/office/drawing/2014/main" id="{8C1B1350-B284-8746-D45D-E147FD49F68F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364475" y="1446946"/>
            <a:ext cx="9963000" cy="4241677"/>
          </a:xfrm>
          <a:prstGeom prst="rect">
            <a:avLst/>
          </a:prstGeom>
        </p:spPr>
        <p:txBody>
          <a:bodyPr spcFirstLastPara="1" wrap="square" lIns="116050" tIns="116050" rIns="116050" bIns="116050" anchor="b" anchorCtr="0">
            <a:noAutofit/>
          </a:bodyPr>
          <a:lstStyle/>
          <a:p>
            <a:r>
              <a:rPr lang="en-GB" sz="8000">
                <a:solidFill>
                  <a:srgbClr val="132A39"/>
                </a:solidFill>
                <a:latin typeface="Impact"/>
                <a:ea typeface="Impact"/>
                <a:cs typeface="Impact"/>
                <a:sym typeface="Impact"/>
              </a:rPr>
              <a:t>{{medic}}</a:t>
            </a:r>
            <a:br>
              <a:rPr lang="en-GB" sz="8000">
                <a:solidFill>
                  <a:srgbClr val="132A39"/>
                </a:solidFill>
                <a:latin typeface="Impact"/>
                <a:ea typeface="Impact"/>
                <a:cs typeface="Impact"/>
                <a:sym typeface="Impact"/>
              </a:rPr>
            </a:br>
            <a:r>
              <a:rPr lang="en-GB" sz="11500">
                <a:solidFill>
                  <a:srgbClr val="132A39"/>
                </a:solidFill>
                <a:latin typeface="Impact"/>
                <a:ea typeface="Impact"/>
                <a:cs typeface="Impact"/>
                <a:sym typeface="Impact"/>
              </a:rPr>
              <a:t>{{cabinet}}</a:t>
            </a:r>
            <a:endParaRPr lang="en-GB" sz="8000">
              <a:solidFill>
                <a:srgbClr val="132A3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15821277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1837</TotalTime>
  <Words>7</Words>
  <Application>Microsoft Macintosh PowerPoint</Application>
  <PresentationFormat>Custom</PresentationFormat>
  <Paragraphs>1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Impact</vt:lpstr>
      <vt:lpstr>Arial</vt:lpstr>
      <vt:lpstr>Simple Light</vt:lpstr>
      <vt:lpstr>{{medic}} {{cabinet}}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{{doctor}}</dc:title>
  <cp:lastModifiedBy>Ovidius Zanfir</cp:lastModifiedBy>
  <cp:revision>28</cp:revision>
  <cp:lastPrinted>2025-02-08T19:04:11Z</cp:lastPrinted>
  <dcterms:modified xsi:type="dcterms:W3CDTF">2025-06-01T13:31:07Z</dcterms:modified>
</cp:coreProperties>
</file>