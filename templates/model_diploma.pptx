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3"/>
  </p:notesMasterIdLst>
  <p:sldIdLst>
    <p:sldId id="307" r:id="rId2"/>
  </p:sldIdLst>
  <p:sldSz cx="10691813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747775"/>
          </p15:clr>
        </p15:guide>
        <p15:guide id="2" pos="3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 varScale="1">
        <p:scale>
          <a:sx n="109" d="100"/>
          <a:sy n="109" d="100"/>
        </p:scale>
        <p:origin x="1736" y="184"/>
      </p:cViewPr>
      <p:guideLst>
        <p:guide orient="horz" pos="2381"/>
        <p:guide pos="3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004515" y="685800"/>
            <a:ext cx="4849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03185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2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 hasCustomPrompt="1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746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marR="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Char char="●"/>
              <a:defRPr sz="2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/>
        </p:nvSpPr>
        <p:spPr>
          <a:xfrm>
            <a:off x="364475" y="3490818"/>
            <a:ext cx="99630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b" anchorCtr="0">
            <a:no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Dr. Nume Prenume</a:t>
            </a:r>
            <a:r>
              <a:rPr lang="en-US" sz="3600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r>
              <a:rPr lang="en-US" sz="36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r>
              <a:rPr lang="en-US" sz="3600" dirty="0" err="1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endParaRPr lang="en-US" sz="3600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51" name="Google Shape;51;p12"/>
          <p:cNvSpPr txBox="1"/>
          <p:nvPr/>
        </p:nvSpPr>
        <p:spPr>
          <a:xfrm>
            <a:off x="364338" y="6109244"/>
            <a:ext cx="3279749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Biserica Adventistă de Ziua a Șaptea din România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CONFERINȚA TRANSILVANIA DE NORD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Președinte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[Nume Președinte]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Director Departament Sănătate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[Nume Director Departament]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2"/>
          <p:cNvSpPr txBox="1"/>
          <p:nvPr/>
        </p:nvSpPr>
        <p:spPr>
          <a:xfrm>
            <a:off x="3482473" y="5572241"/>
            <a:ext cx="372686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desfășurat în perioada DD-DD luna AAAA,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Oras</a:t>
            </a:r>
          </a:p>
        </p:txBody>
      </p:sp>
      <p:sp>
        <p:nvSpPr>
          <p:cNvPr id="53" name="Google Shape;53;p12"/>
          <p:cNvSpPr txBox="1"/>
          <p:nvPr/>
        </p:nvSpPr>
        <p:spPr>
          <a:xfrm>
            <a:off x="8253551" y="6316992"/>
            <a:ext cx="2073924" cy="72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Biserica Adventistă de Ziua a Șaptea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 ROMÂNIA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Director Sănătate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Dr. [Nume Director Sănătate]</a:t>
            </a:r>
            <a:endParaRPr/>
          </a:p>
        </p:txBody>
      </p:sp>
      <p:sp>
        <p:nvSpPr>
          <p:cNvPr id="54" name="Google Shape;54;p12"/>
          <p:cNvSpPr txBox="1"/>
          <p:nvPr/>
        </p:nvSpPr>
        <p:spPr>
          <a:xfrm>
            <a:off x="3007328" y="4350436"/>
            <a:ext cx="46771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pentru implicarea în cadrul proiectului de educație și prevenție</a:t>
            </a:r>
            <a:endParaRPr/>
          </a:p>
        </p:txBody>
      </p:sp>
      <p:pic>
        <p:nvPicPr>
          <p:cNvPr id="55" name="Google Shape;55;p12" descr="A blue circular emblem with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8661" y="6236626"/>
            <a:ext cx="818253" cy="803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2" descr="A blue light painting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906" y="6870359"/>
            <a:ext cx="1133241" cy="594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2" descr="A blue line drawn on a black background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7787" y="6364007"/>
            <a:ext cx="609058" cy="803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2" descr="A blue line on a black background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40007" y="6870359"/>
            <a:ext cx="1104900" cy="419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262073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57</Words>
  <Application>Microsoft Macintosh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dia</dc:title>
  <dc:creator>Helga</dc:creator>
  <cp:lastModifiedBy>Samy Balasa</cp:lastModifiedBy>
  <cp:revision>12</cp:revision>
  <dcterms:modified xsi:type="dcterms:W3CDTF">2026-03-28T16:56:24Z</dcterms:modified>
</cp:coreProperties>
</file>